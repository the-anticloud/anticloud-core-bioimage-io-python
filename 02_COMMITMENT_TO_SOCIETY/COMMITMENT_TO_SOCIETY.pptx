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CORE_BIOIMAGE_IO_PYTHON | Category: SCIENTIFIC_LAB</a:t>
            </a:r>
          </a:p>
          <a:p>
            <a:r>
              <a:rPr sz="1400"/>
              <a:t>Upstream: https://github.com/bioimage-io/core-bioimage-io-python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CORE_BIOIMAGE_IO_PYTHON.</a:t>
            </a:r>
          </a:p>
          <a:p>
            <a:r>
              <a:rPr sz="1400"/>
              <a:t>BioImage.IO model spec for microscopy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CORE_BIOIMAGE_IO_PYTHON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